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37B26C-FC45-48E5-B58F-6B83EDC41032}" v="35" dt="2026-05-03T23:38:08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696" autoAdjust="0"/>
  </p:normalViewPr>
  <p:slideViewPr>
    <p:cSldViewPr snapToGrid="0">
      <p:cViewPr>
        <p:scale>
          <a:sx n="50" d="100"/>
          <a:sy n="50" d="100"/>
        </p:scale>
        <p:origin x="38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, Maroof" userId="cc47a253-821b-4e04-a793-56ab05f75741" providerId="ADAL" clId="{6E553E4A-7346-4901-99A9-20CDD9E04B3F}"/>
    <pc:docChg chg="custSel addSld modSld sldOrd">
      <pc:chgData name="Ahmad, Maroof" userId="cc47a253-821b-4e04-a793-56ab05f75741" providerId="ADAL" clId="{6E553E4A-7346-4901-99A9-20CDD9E04B3F}" dt="2026-05-03T23:41:14.354" v="47" actId="22"/>
      <pc:docMkLst>
        <pc:docMk/>
      </pc:docMkLst>
      <pc:sldChg chg="new">
        <pc:chgData name="Ahmad, Maroof" userId="cc47a253-821b-4e04-a793-56ab05f75741" providerId="ADAL" clId="{6E553E4A-7346-4901-99A9-20CDD9E04B3F}" dt="2026-05-03T23:33:56.404" v="0" actId="680"/>
        <pc:sldMkLst>
          <pc:docMk/>
          <pc:sldMk cId="2904725399" sldId="256"/>
        </pc:sldMkLst>
      </pc:sldChg>
      <pc:sldChg chg="addSp delSp new mod">
        <pc:chgData name="Ahmad, Maroof" userId="cc47a253-821b-4e04-a793-56ab05f75741" providerId="ADAL" clId="{6E553E4A-7346-4901-99A9-20CDD9E04B3F}" dt="2026-05-03T23:34:24.095" v="33" actId="22"/>
        <pc:sldMkLst>
          <pc:docMk/>
          <pc:sldMk cId="2333607990" sldId="257"/>
        </pc:sldMkLst>
        <pc:spChg chg="del">
          <ac:chgData name="Ahmad, Maroof" userId="cc47a253-821b-4e04-a793-56ab05f75741" providerId="ADAL" clId="{6E553E4A-7346-4901-99A9-20CDD9E04B3F}" dt="2026-05-03T23:34:04.336" v="3" actId="478"/>
          <ac:spMkLst>
            <pc:docMk/>
            <pc:sldMk cId="2333607990" sldId="257"/>
            <ac:spMk id="2" creationId="{B26F81BE-3971-CD43-2F30-82FA49399EF9}"/>
          </ac:spMkLst>
        </pc:spChg>
        <pc:spChg chg="del">
          <ac:chgData name="Ahmad, Maroof" userId="cc47a253-821b-4e04-a793-56ab05f75741" providerId="ADAL" clId="{6E553E4A-7346-4901-99A9-20CDD9E04B3F}" dt="2026-05-03T23:34:02.276" v="2" actId="478"/>
          <ac:spMkLst>
            <pc:docMk/>
            <pc:sldMk cId="2333607990" sldId="257"/>
            <ac:spMk id="3" creationId="{C8BB39CE-37AD-1D3A-F2E5-D1192B2B9417}"/>
          </ac:spMkLst>
        </pc:spChg>
        <pc:picChg chg="add">
          <ac:chgData name="Ahmad, Maroof" userId="cc47a253-821b-4e04-a793-56ab05f75741" providerId="ADAL" clId="{6E553E4A-7346-4901-99A9-20CDD9E04B3F}" dt="2026-05-03T23:34:24.095" v="33" actId="22"/>
          <ac:picMkLst>
            <pc:docMk/>
            <pc:sldMk cId="2333607990" sldId="257"/>
            <ac:picMk id="5" creationId="{EFC91EC6-B76F-69C3-6315-632F1D91A0F5}"/>
          </ac:picMkLst>
        </pc:picChg>
      </pc:sldChg>
      <pc:sldChg chg="addSp add mod">
        <pc:chgData name="Ahmad, Maroof" userId="cc47a253-821b-4e04-a793-56ab05f75741" providerId="ADAL" clId="{6E553E4A-7346-4901-99A9-20CDD9E04B3F}" dt="2026-05-03T23:34:50.411" v="34" actId="22"/>
        <pc:sldMkLst>
          <pc:docMk/>
          <pc:sldMk cId="1144043272" sldId="258"/>
        </pc:sldMkLst>
        <pc:picChg chg="add">
          <ac:chgData name="Ahmad, Maroof" userId="cc47a253-821b-4e04-a793-56ab05f75741" providerId="ADAL" clId="{6E553E4A-7346-4901-99A9-20CDD9E04B3F}" dt="2026-05-03T23:34:50.411" v="34" actId="22"/>
          <ac:picMkLst>
            <pc:docMk/>
            <pc:sldMk cId="1144043272" sldId="258"/>
            <ac:picMk id="3" creationId="{E62C09C3-4181-7B14-29AF-2E92C85D10D3}"/>
          </ac:picMkLst>
        </pc:picChg>
      </pc:sldChg>
      <pc:sldChg chg="addSp add mod">
        <pc:chgData name="Ahmad, Maroof" userId="cc47a253-821b-4e04-a793-56ab05f75741" providerId="ADAL" clId="{6E553E4A-7346-4901-99A9-20CDD9E04B3F}" dt="2026-05-03T23:36:06.533" v="35" actId="22"/>
        <pc:sldMkLst>
          <pc:docMk/>
          <pc:sldMk cId="723849846" sldId="259"/>
        </pc:sldMkLst>
        <pc:picChg chg="add">
          <ac:chgData name="Ahmad, Maroof" userId="cc47a253-821b-4e04-a793-56ab05f75741" providerId="ADAL" clId="{6E553E4A-7346-4901-99A9-20CDD9E04B3F}" dt="2026-05-03T23:36:06.533" v="35" actId="22"/>
          <ac:picMkLst>
            <pc:docMk/>
            <pc:sldMk cId="723849846" sldId="259"/>
            <ac:picMk id="3" creationId="{E824796D-FF2D-19B5-6720-B94DE25A7AC8}"/>
          </ac:picMkLst>
        </pc:picChg>
      </pc:sldChg>
      <pc:sldChg chg="addSp add mod">
        <pc:chgData name="Ahmad, Maroof" userId="cc47a253-821b-4e04-a793-56ab05f75741" providerId="ADAL" clId="{6E553E4A-7346-4901-99A9-20CDD9E04B3F}" dt="2026-05-03T23:36:37.659" v="36" actId="22"/>
        <pc:sldMkLst>
          <pc:docMk/>
          <pc:sldMk cId="2985223044" sldId="260"/>
        </pc:sldMkLst>
        <pc:picChg chg="add">
          <ac:chgData name="Ahmad, Maroof" userId="cc47a253-821b-4e04-a793-56ab05f75741" providerId="ADAL" clId="{6E553E4A-7346-4901-99A9-20CDD9E04B3F}" dt="2026-05-03T23:36:37.659" v="36" actId="22"/>
          <ac:picMkLst>
            <pc:docMk/>
            <pc:sldMk cId="2985223044" sldId="260"/>
            <ac:picMk id="3" creationId="{A47E579B-41A2-E9C4-48BF-EA3E01723197}"/>
          </ac:picMkLst>
        </pc:picChg>
      </pc:sldChg>
      <pc:sldChg chg="addSp add mod">
        <pc:chgData name="Ahmad, Maroof" userId="cc47a253-821b-4e04-a793-56ab05f75741" providerId="ADAL" clId="{6E553E4A-7346-4901-99A9-20CDD9E04B3F}" dt="2026-05-03T23:37:05.355" v="37" actId="22"/>
        <pc:sldMkLst>
          <pc:docMk/>
          <pc:sldMk cId="4076466914" sldId="261"/>
        </pc:sldMkLst>
        <pc:picChg chg="add">
          <ac:chgData name="Ahmad, Maroof" userId="cc47a253-821b-4e04-a793-56ab05f75741" providerId="ADAL" clId="{6E553E4A-7346-4901-99A9-20CDD9E04B3F}" dt="2026-05-03T23:37:05.355" v="37" actId="22"/>
          <ac:picMkLst>
            <pc:docMk/>
            <pc:sldMk cId="4076466914" sldId="261"/>
            <ac:picMk id="3" creationId="{76179860-4C4B-BDCA-F3D3-DA0067162D4E}"/>
          </ac:picMkLst>
        </pc:picChg>
      </pc:sldChg>
      <pc:sldChg chg="addSp add mod">
        <pc:chgData name="Ahmad, Maroof" userId="cc47a253-821b-4e04-a793-56ab05f75741" providerId="ADAL" clId="{6E553E4A-7346-4901-99A9-20CDD9E04B3F}" dt="2026-05-03T23:37:26.067" v="38" actId="22"/>
        <pc:sldMkLst>
          <pc:docMk/>
          <pc:sldMk cId="3907777031" sldId="262"/>
        </pc:sldMkLst>
        <pc:picChg chg="add">
          <ac:chgData name="Ahmad, Maroof" userId="cc47a253-821b-4e04-a793-56ab05f75741" providerId="ADAL" clId="{6E553E4A-7346-4901-99A9-20CDD9E04B3F}" dt="2026-05-03T23:37:26.067" v="38" actId="22"/>
          <ac:picMkLst>
            <pc:docMk/>
            <pc:sldMk cId="3907777031" sldId="262"/>
            <ac:picMk id="3" creationId="{27CC8780-4858-4512-CA55-A2D481AC5F60}"/>
          </ac:picMkLst>
        </pc:picChg>
      </pc:sldChg>
      <pc:sldChg chg="addSp add mod modNotesTx">
        <pc:chgData name="Ahmad, Maroof" userId="cc47a253-821b-4e04-a793-56ab05f75741" providerId="ADAL" clId="{6E553E4A-7346-4901-99A9-20CDD9E04B3F}" dt="2026-05-03T23:40:05.117" v="44" actId="22"/>
        <pc:sldMkLst>
          <pc:docMk/>
          <pc:sldMk cId="3452013191" sldId="263"/>
        </pc:sldMkLst>
        <pc:picChg chg="add">
          <ac:chgData name="Ahmad, Maroof" userId="cc47a253-821b-4e04-a793-56ab05f75741" providerId="ADAL" clId="{6E553E4A-7346-4901-99A9-20CDD9E04B3F}" dt="2026-05-03T23:40:05.117" v="44" actId="22"/>
          <ac:picMkLst>
            <pc:docMk/>
            <pc:sldMk cId="3452013191" sldId="263"/>
            <ac:picMk id="3" creationId="{D4E670A8-A437-51D1-78A8-97CB5A03E15B}"/>
          </ac:picMkLst>
        </pc:picChg>
      </pc:sldChg>
      <pc:sldChg chg="addSp add mod ord">
        <pc:chgData name="Ahmad, Maroof" userId="cc47a253-821b-4e04-a793-56ab05f75741" providerId="ADAL" clId="{6E553E4A-7346-4901-99A9-20CDD9E04B3F}" dt="2026-05-03T23:39:16.865" v="43"/>
        <pc:sldMkLst>
          <pc:docMk/>
          <pc:sldMk cId="2394639982" sldId="264"/>
        </pc:sldMkLst>
        <pc:picChg chg="add">
          <ac:chgData name="Ahmad, Maroof" userId="cc47a253-821b-4e04-a793-56ab05f75741" providerId="ADAL" clId="{6E553E4A-7346-4901-99A9-20CDD9E04B3F}" dt="2026-05-03T23:39:15.042" v="41" actId="22"/>
          <ac:picMkLst>
            <pc:docMk/>
            <pc:sldMk cId="2394639982" sldId="264"/>
            <ac:picMk id="3" creationId="{4A76C5AF-8544-43E8-18F9-9AF33FE2215F}"/>
          </ac:picMkLst>
        </pc:picChg>
      </pc:sldChg>
      <pc:sldChg chg="addSp add mod">
        <pc:chgData name="Ahmad, Maroof" userId="cc47a253-821b-4e04-a793-56ab05f75741" providerId="ADAL" clId="{6E553E4A-7346-4901-99A9-20CDD9E04B3F}" dt="2026-05-03T23:40:27.038" v="45" actId="22"/>
        <pc:sldMkLst>
          <pc:docMk/>
          <pc:sldMk cId="1053624047" sldId="265"/>
        </pc:sldMkLst>
        <pc:picChg chg="add">
          <ac:chgData name="Ahmad, Maroof" userId="cc47a253-821b-4e04-a793-56ab05f75741" providerId="ADAL" clId="{6E553E4A-7346-4901-99A9-20CDD9E04B3F}" dt="2026-05-03T23:40:27.038" v="45" actId="22"/>
          <ac:picMkLst>
            <pc:docMk/>
            <pc:sldMk cId="1053624047" sldId="265"/>
            <ac:picMk id="3" creationId="{E930E120-DEA6-48E9-B6F8-56DDF0063FFF}"/>
          </ac:picMkLst>
        </pc:picChg>
      </pc:sldChg>
      <pc:sldChg chg="addSp add mod">
        <pc:chgData name="Ahmad, Maroof" userId="cc47a253-821b-4e04-a793-56ab05f75741" providerId="ADAL" clId="{6E553E4A-7346-4901-99A9-20CDD9E04B3F}" dt="2026-05-03T23:40:48.133" v="46" actId="22"/>
        <pc:sldMkLst>
          <pc:docMk/>
          <pc:sldMk cId="3361211924" sldId="266"/>
        </pc:sldMkLst>
        <pc:picChg chg="add">
          <ac:chgData name="Ahmad, Maroof" userId="cc47a253-821b-4e04-a793-56ab05f75741" providerId="ADAL" clId="{6E553E4A-7346-4901-99A9-20CDD9E04B3F}" dt="2026-05-03T23:40:48.133" v="46" actId="22"/>
          <ac:picMkLst>
            <pc:docMk/>
            <pc:sldMk cId="3361211924" sldId="266"/>
            <ac:picMk id="3" creationId="{5511B988-8E27-4182-E566-CA9265F30A9A}"/>
          </ac:picMkLst>
        </pc:picChg>
      </pc:sldChg>
      <pc:sldChg chg="addSp add mod">
        <pc:chgData name="Ahmad, Maroof" userId="cc47a253-821b-4e04-a793-56ab05f75741" providerId="ADAL" clId="{6E553E4A-7346-4901-99A9-20CDD9E04B3F}" dt="2026-05-03T23:41:14.354" v="47" actId="22"/>
        <pc:sldMkLst>
          <pc:docMk/>
          <pc:sldMk cId="3850382158" sldId="267"/>
        </pc:sldMkLst>
        <pc:picChg chg="add">
          <ac:chgData name="Ahmad, Maroof" userId="cc47a253-821b-4e04-a793-56ab05f75741" providerId="ADAL" clId="{6E553E4A-7346-4901-99A9-20CDD9E04B3F}" dt="2026-05-03T23:41:14.354" v="47" actId="22"/>
          <ac:picMkLst>
            <pc:docMk/>
            <pc:sldMk cId="3850382158" sldId="267"/>
            <ac:picMk id="3" creationId="{59B14A5D-7FD0-802B-3463-63F0C758AB13}"/>
          </ac:picMkLst>
        </pc:picChg>
      </pc:sldChg>
      <pc:sldChg chg="add">
        <pc:chgData name="Ahmad, Maroof" userId="cc47a253-821b-4e04-a793-56ab05f75741" providerId="ADAL" clId="{6E553E4A-7346-4901-99A9-20CDD9E04B3F}" dt="2026-05-03T23:34:10.058" v="14"/>
        <pc:sldMkLst>
          <pc:docMk/>
          <pc:sldMk cId="875021077" sldId="268"/>
        </pc:sldMkLst>
      </pc:sldChg>
      <pc:sldChg chg="add">
        <pc:chgData name="Ahmad, Maroof" userId="cc47a253-821b-4e04-a793-56ab05f75741" providerId="ADAL" clId="{6E553E4A-7346-4901-99A9-20CDD9E04B3F}" dt="2026-05-03T23:34:10.239" v="15"/>
        <pc:sldMkLst>
          <pc:docMk/>
          <pc:sldMk cId="3875858140" sldId="269"/>
        </pc:sldMkLst>
      </pc:sldChg>
      <pc:sldChg chg="add">
        <pc:chgData name="Ahmad, Maroof" userId="cc47a253-821b-4e04-a793-56ab05f75741" providerId="ADAL" clId="{6E553E4A-7346-4901-99A9-20CDD9E04B3F}" dt="2026-05-03T23:34:10.410" v="16"/>
        <pc:sldMkLst>
          <pc:docMk/>
          <pc:sldMk cId="1982222189" sldId="270"/>
        </pc:sldMkLst>
      </pc:sldChg>
      <pc:sldChg chg="add">
        <pc:chgData name="Ahmad, Maroof" userId="cc47a253-821b-4e04-a793-56ab05f75741" providerId="ADAL" clId="{6E553E4A-7346-4901-99A9-20CDD9E04B3F}" dt="2026-05-03T23:34:10.606" v="17"/>
        <pc:sldMkLst>
          <pc:docMk/>
          <pc:sldMk cId="3794290162" sldId="271"/>
        </pc:sldMkLst>
      </pc:sldChg>
      <pc:sldChg chg="add">
        <pc:chgData name="Ahmad, Maroof" userId="cc47a253-821b-4e04-a793-56ab05f75741" providerId="ADAL" clId="{6E553E4A-7346-4901-99A9-20CDD9E04B3F}" dt="2026-05-03T23:34:10.775" v="18"/>
        <pc:sldMkLst>
          <pc:docMk/>
          <pc:sldMk cId="4276208930" sldId="272"/>
        </pc:sldMkLst>
      </pc:sldChg>
      <pc:sldChg chg="add">
        <pc:chgData name="Ahmad, Maroof" userId="cc47a253-821b-4e04-a793-56ab05f75741" providerId="ADAL" clId="{6E553E4A-7346-4901-99A9-20CDD9E04B3F}" dt="2026-05-03T23:34:10.997" v="19"/>
        <pc:sldMkLst>
          <pc:docMk/>
          <pc:sldMk cId="2288501536" sldId="273"/>
        </pc:sldMkLst>
      </pc:sldChg>
      <pc:sldChg chg="add">
        <pc:chgData name="Ahmad, Maroof" userId="cc47a253-821b-4e04-a793-56ab05f75741" providerId="ADAL" clId="{6E553E4A-7346-4901-99A9-20CDD9E04B3F}" dt="2026-05-03T23:34:11.164" v="20"/>
        <pc:sldMkLst>
          <pc:docMk/>
          <pc:sldMk cId="205098014" sldId="274"/>
        </pc:sldMkLst>
      </pc:sldChg>
      <pc:sldChg chg="add">
        <pc:chgData name="Ahmad, Maroof" userId="cc47a253-821b-4e04-a793-56ab05f75741" providerId="ADAL" clId="{6E553E4A-7346-4901-99A9-20CDD9E04B3F}" dt="2026-05-03T23:34:11.450" v="21"/>
        <pc:sldMkLst>
          <pc:docMk/>
          <pc:sldMk cId="1352898308" sldId="275"/>
        </pc:sldMkLst>
      </pc:sldChg>
      <pc:sldChg chg="add">
        <pc:chgData name="Ahmad, Maroof" userId="cc47a253-821b-4e04-a793-56ab05f75741" providerId="ADAL" clId="{6E553E4A-7346-4901-99A9-20CDD9E04B3F}" dt="2026-05-03T23:34:11.623" v="22"/>
        <pc:sldMkLst>
          <pc:docMk/>
          <pc:sldMk cId="67533001" sldId="276"/>
        </pc:sldMkLst>
      </pc:sldChg>
      <pc:sldChg chg="add">
        <pc:chgData name="Ahmad, Maroof" userId="cc47a253-821b-4e04-a793-56ab05f75741" providerId="ADAL" clId="{6E553E4A-7346-4901-99A9-20CDD9E04B3F}" dt="2026-05-03T23:34:11.810" v="23"/>
        <pc:sldMkLst>
          <pc:docMk/>
          <pc:sldMk cId="98217510" sldId="277"/>
        </pc:sldMkLst>
      </pc:sldChg>
      <pc:sldChg chg="add">
        <pc:chgData name="Ahmad, Maroof" userId="cc47a253-821b-4e04-a793-56ab05f75741" providerId="ADAL" clId="{6E553E4A-7346-4901-99A9-20CDD9E04B3F}" dt="2026-05-03T23:34:11.965" v="24"/>
        <pc:sldMkLst>
          <pc:docMk/>
          <pc:sldMk cId="3280541422" sldId="278"/>
        </pc:sldMkLst>
      </pc:sldChg>
      <pc:sldChg chg="add">
        <pc:chgData name="Ahmad, Maroof" userId="cc47a253-821b-4e04-a793-56ab05f75741" providerId="ADAL" clId="{6E553E4A-7346-4901-99A9-20CDD9E04B3F}" dt="2026-05-03T23:34:12.459" v="25"/>
        <pc:sldMkLst>
          <pc:docMk/>
          <pc:sldMk cId="3679893807" sldId="279"/>
        </pc:sldMkLst>
      </pc:sldChg>
      <pc:sldChg chg="add">
        <pc:chgData name="Ahmad, Maroof" userId="cc47a253-821b-4e04-a793-56ab05f75741" providerId="ADAL" clId="{6E553E4A-7346-4901-99A9-20CDD9E04B3F}" dt="2026-05-03T23:34:12.499" v="26"/>
        <pc:sldMkLst>
          <pc:docMk/>
          <pc:sldMk cId="2764995850" sldId="280"/>
        </pc:sldMkLst>
      </pc:sldChg>
      <pc:sldChg chg="add">
        <pc:chgData name="Ahmad, Maroof" userId="cc47a253-821b-4e04-a793-56ab05f75741" providerId="ADAL" clId="{6E553E4A-7346-4901-99A9-20CDD9E04B3F}" dt="2026-05-03T23:34:12.516" v="27"/>
        <pc:sldMkLst>
          <pc:docMk/>
          <pc:sldMk cId="4222158690" sldId="281"/>
        </pc:sldMkLst>
      </pc:sldChg>
      <pc:sldChg chg="add">
        <pc:chgData name="Ahmad, Maroof" userId="cc47a253-821b-4e04-a793-56ab05f75741" providerId="ADAL" clId="{6E553E4A-7346-4901-99A9-20CDD9E04B3F}" dt="2026-05-03T23:34:12.564" v="28"/>
        <pc:sldMkLst>
          <pc:docMk/>
          <pc:sldMk cId="3399184347" sldId="282"/>
        </pc:sldMkLst>
      </pc:sldChg>
      <pc:sldChg chg="add">
        <pc:chgData name="Ahmad, Maroof" userId="cc47a253-821b-4e04-a793-56ab05f75741" providerId="ADAL" clId="{6E553E4A-7346-4901-99A9-20CDD9E04B3F}" dt="2026-05-03T23:34:12.588" v="29"/>
        <pc:sldMkLst>
          <pc:docMk/>
          <pc:sldMk cId="3736100500" sldId="283"/>
        </pc:sldMkLst>
      </pc:sldChg>
      <pc:sldChg chg="add">
        <pc:chgData name="Ahmad, Maroof" userId="cc47a253-821b-4e04-a793-56ab05f75741" providerId="ADAL" clId="{6E553E4A-7346-4901-99A9-20CDD9E04B3F}" dt="2026-05-03T23:34:12.616" v="30"/>
        <pc:sldMkLst>
          <pc:docMk/>
          <pc:sldMk cId="1777429456" sldId="284"/>
        </pc:sldMkLst>
      </pc:sldChg>
      <pc:sldChg chg="add">
        <pc:chgData name="Ahmad, Maroof" userId="cc47a253-821b-4e04-a793-56ab05f75741" providerId="ADAL" clId="{6E553E4A-7346-4901-99A9-20CDD9E04B3F}" dt="2026-05-03T23:34:12.650" v="31"/>
        <pc:sldMkLst>
          <pc:docMk/>
          <pc:sldMk cId="4247769453" sldId="285"/>
        </pc:sldMkLst>
      </pc:sldChg>
      <pc:sldChg chg="add">
        <pc:chgData name="Ahmad, Maroof" userId="cc47a253-821b-4e04-a793-56ab05f75741" providerId="ADAL" clId="{6E553E4A-7346-4901-99A9-20CDD9E04B3F}" dt="2026-05-03T23:34:13.329" v="32"/>
        <pc:sldMkLst>
          <pc:docMk/>
          <pc:sldMk cId="3575544217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16ACA-2597-4F3B-A386-DFF658AFF0E6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BEFA52-A30C-42FB-90F5-7B1790624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6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plan agent must be read-only. Configure it with safety = "SAFE" and disable any write-capable tools: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.vibe/agents/plan-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agent.toml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         = "plan-agent"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"Plan Agent"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  = "Read-only agent that generates execution plans"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      = "SAFE"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agent_type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= "AGENT"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[tools]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enabled  = ["file", "search"]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disabled = ["bash", "task", "write"]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tools.overrides.file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allowed_operations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["read"]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configuration ensures the plan agent can read documentation and files but can never execute code or write changes.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plan agent profile uses safety = "SAFE" and explicitly disables bash, task, and write tools so it can read documentation but never execute code or write changes.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disabled = ["bash", "task", "write"] is the critical safety gate — add any other write-capable tools here.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EFA52-A30C-42FB-90F5-7B17906245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72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plan agent stores structured plans in .vibe/plans/. Each plan includes objective, steps, files to modify, and safety considerations: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Plan: Refactor Authentication Module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Objective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Migrate current auth module to OAuth2 protocol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Steps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Analyze current authentication implementation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Identify required OAuth2 dependencies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Create new OAuth2 authentication module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Update configuration files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Test OAuth2 integration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Files to Modify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src/auth/module.py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config/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auth.toml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tests/test_auth.py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Safety Considerations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Backup current implementation first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Test in staging before production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Generated plans are stored as structured Markdown files in .vibe/plans/, including objective, steps, files to modify, and safety considerations for human review.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Plans stored on disk allow asynchronous review — a team lead can review the plan before approving execution later.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EFA52-A30C-42FB-90F5-7B17906245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25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exit_plan_mode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explicit command that transitions Vibe from planning to execution. It creates the human decision point: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After plan generation is complete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exit_plan_mode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Output: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 ready for review: .vibe/plans/refactor-auth-20240322.md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Options: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Approve and execute plan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Reject and revise plan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Save plan for later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choice: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user must actively choose to approve — silence is not approval. Only option 1 triggers the execution agent.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exit_plan_mode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command presents the completed plan and gives the user an explicit choice to approve, reject, or save it — silence is not approval.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EFA52-A30C-42FB-90F5-7B17906245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25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execution, the agent proposes each change individually and waits for explicit acceptance before writing: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Agent: Modifying src/auth/module.py to implement OAuth2.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Proposed change: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def authenticate(username, password):   # Basic auth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+ def authenticate_oauth2(token):         # OAuth2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'accept' to apply or 'reject' to skip: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proposes change with before/after diff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reviews the specific modification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types accept to apply or reject to skip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moves to the next step in the plan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accept-edits workflow shows each proposed file change as a before/after diff and requires the user to type 'accept' or 'reject' before the agent proceeds to the next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EFA52-A30C-42FB-90F5-7B17906245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03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 Exercises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Project Configuration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mkdir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-p ~/vibe-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monorepo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-automation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~/vibe-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monorepo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-automation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Initialize Vibe project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vibe --version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.vibe/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config.toml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[session]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auto_resume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true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save_frequency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30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[proxy]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http_proxy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"${HTTP_PROXY}"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https_proxy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"${HTTPS_PROXY}"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[model]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 = "mistral-large"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[skills]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enabled_skills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["code-*", "security-*"]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Custom Agents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.vibe/agents/code-review-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agent.toml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       = "code-review-agent"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    = "SAFE"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agent_type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"AGENT"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[tools]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enabled  = ["file", "search"]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disabled = ["bash", "write"]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.vibe/agents/refactoring-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agent.toml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       = "refactoring-agent"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    = "DESTRUCTIVE"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agent_type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"AGENT"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[tools]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enabled = ["file", "bash", "search", "task"]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Code Review Skill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"code-review-checklist"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description: "Automated code review for syntax, security, style, and performance"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user_invocable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true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allowed_tools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["file", "search"]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license: "MIT"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compatibility: ["vibe&gt;=1.0.0"]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Instructions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 the files at the specified path for: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Syntax errors and missing imports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Hardcoded secrets and SQL injection risks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Naming conventions and documentation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Memory leaks and inefficient algorithms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 Plan-Then-Execute Refactoring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Start the plan agent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vibe --agent plan-agent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Request: "Refactor the data processing module to use async operations"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Plan agent generates: .vibe/plans/refactor-data-async.md</a:t>
            </a:r>
          </a:p>
          <a:p>
            <a:pPr latinLnBrk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Review the plan, then:</a:t>
            </a:r>
          </a:p>
          <a:p>
            <a:pPr latinLnBrk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exit_plan_mode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→ Choose option 1 to approve and execute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5: CI/CD Integration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/workflows/vibe-code-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review.yml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Vibe Code Review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[push,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pull_request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code-review: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Run Vibe code review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vibe --prompt "Run code-review-checklist on ./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\</a:t>
            </a:r>
          </a:p>
          <a:p>
            <a:pPr latinLnBrk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--output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--agent code-review-agent</a:t>
            </a:r>
          </a:p>
          <a:p>
            <a:endParaRPr lang="en-US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 Delivery Checklist</a:t>
            </a:r>
          </a:p>
          <a:p>
            <a:pPr fontAlgn="t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CategoryItemVerification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commandConfigurationProject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config.tomlvibe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--validate-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configConfigurationProxy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settingsvibe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--test-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proxyAgentsCode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review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agentvibe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--list-agents | grep code-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reviewAgentsRefactoring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agentvibe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--list-agents | grep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refactoringSkillsCode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review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skillvibe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--list-skills | grep code-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reviewWorkflowsPlan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-then-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executeTest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sample refactoring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CDGitHub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Actions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workflowcat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/workflows/vibe-code-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review.yml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EFA52-A30C-42FB-90F5-7B17906245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56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3C12-400B-F23D-8432-297B754BE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819A7-6F1D-DAEE-F35B-F61228E64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6CA41-BC74-D519-2965-A7F022D3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39078-8BD8-43A6-E5C6-BC609B8A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6887E-D788-B05D-61D5-E83BB1BE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7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7E4F-418C-F546-7603-0ECB25A2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A44ED-74BB-EA1D-FCD0-FF48F7869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DE846-0F0C-080E-0350-DBCCA7F79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5DABE-8C64-085E-3172-B82D849F3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AF339-B043-BD9E-41AB-6BF701D5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3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FCEF-4395-5270-933D-B398A245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0B1D0-6492-7535-1373-6322E3D2A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5C53D-D0D3-3765-DB09-C838C2FF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867AA-51DB-68AE-255A-46CC964A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7050B-4179-79E3-9282-AC291A8B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3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1C83-40E2-D8BA-48EC-660E857A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F491B-D071-25D2-C754-2DC1B4E17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FDE7E-7D1B-2DD6-77C1-FBC820232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9E00B-60BE-BD29-A785-7575A7EB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B3474-EBE3-9595-F627-D950E787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69935-E402-D00F-F2A1-C673563C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0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23E30-2AD6-57ED-B72F-07D26895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57D08-E081-CC5A-66D8-5F148BAC7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14055-5FAF-3BB5-3BC8-7923CBEB9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4A1CB-72D6-A280-59CD-E151CAB1B3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A86F55-53E0-8E5F-AF83-2E37779CD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366B8-D9DD-EEDD-7EED-516747EF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1BB71-0239-80A7-BCDF-1FE0FD7F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1B39C-3B58-F124-D3AE-16EAA4AF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8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8238-F049-EE33-AC12-9F50AE80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339D4-053A-A68F-67E8-D8B0E6B1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98C02-A076-D66E-2544-B8EE562B4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271BF-F830-AC96-A790-F71524AD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2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F673A3-8069-F5AB-8014-52CB1AC7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B745D-0776-F616-A040-7D0B8520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21343-F5FB-5CB7-D74C-BFFF386C9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76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00F0-0B6F-9289-393E-EF7FDA04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3F464-32D1-5564-D06C-B0E573681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460A3-F5CF-F2E7-394E-16F240A1C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D189F-0117-47D8-942E-919F63F2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2B24-C906-FEC3-C0C4-5B28DE8D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F0C2D-92B8-C331-294E-2EF2652A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8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3667-580A-2F93-1560-76F405FD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414FC-817D-01B8-4D76-7A461B788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5E60F-61AF-EF66-5DE4-656A4238E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46F5-4746-A060-66B0-F1173934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937A5-DCFB-89B3-B5FE-852199C8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EF551-E6B8-DC06-6AC4-3B7D9FB6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4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C0B1A-D390-AB3E-487E-ABF32905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4542D-4CE2-37A5-D53A-17E360B89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25E9-24AB-3817-51E1-273B3406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54C4-483C-4BB2-EF8D-06FDD748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1ACEA-C374-E0AC-47F2-D3E9CA46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2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8A125-1A3E-08CB-D694-5A7428179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DAE37-9773-D9AF-9DBB-F24722E54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E3346-1E16-A6F8-BA28-A1C6AE9E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363FE-B2A1-9FCD-D816-702F5DC4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19A6C-E977-BB90-2D6F-8F457C3A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9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DA366-ABE9-C528-AE26-E7E0CA47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EA05B-FC03-2A09-4115-0DD03B36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77837-DAD3-D1EC-B5DF-AEFE3E502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89627-23B6-482F-BB84-663F51FAB68B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72AD0-B684-10F2-84EE-1EC16DB1A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23532-0F4C-A734-AD1B-32827B7E7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F0282-7BDE-49C9-9B86-7A08BDBEE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D1941-0016-5723-2E63-A46AF1F41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F934E-1178-7CF0-018F-6F4AF3A07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2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C91EC6-B76F-69C3-6315-632F1D91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565" y="1158758"/>
            <a:ext cx="8172870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0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88D6-48E6-9C32-A1FD-1BB63358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2C09C3-4181-7B14-29AF-2E92C85D1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033" y="742812"/>
            <a:ext cx="8445934" cy="53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4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011D-AEBE-68B1-0BE7-F9B16657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4796D-FF2D-19B5-6720-B94DE25A7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318" y="853942"/>
            <a:ext cx="6115364" cy="515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4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EF6D3-E3E2-8901-811D-09E76338D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7E579B-41A2-E9C4-48BF-EA3E01723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840" y="1085729"/>
            <a:ext cx="5226319" cy="468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2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6CBF1-AEC2-E23E-DB4C-48EC5DDA2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179860-4C4B-BDCA-F3D3-DA0067162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502" y="1342918"/>
            <a:ext cx="6724996" cy="417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6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7003E-B088-F0D1-394A-561FA216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CC8780-4858-4512-CA55-A2D481AC5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139" y="971423"/>
            <a:ext cx="7245722" cy="49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7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7833-11DC-F6FD-2645-03F273BB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6C5AF-8544-43E8-18F9-9AF33FE22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052" y="828541"/>
            <a:ext cx="7683895" cy="520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3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B6910-762F-1C1F-47A1-F7C829D73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670A8-A437-51D1-78A8-97CB5A03E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86" y="1038102"/>
            <a:ext cx="7360028" cy="478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13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DAC7-F036-264B-97F4-36166FA3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30E120-DEA6-48E9-B6F8-56DDF0063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498" y="1777915"/>
            <a:ext cx="7849003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24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1C10-76AB-356D-831A-F861B2A3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11B988-8E27-4182-E566-CA9265F30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48" y="930146"/>
            <a:ext cx="6864703" cy="499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1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C6987-E45F-F10F-7C88-652D8BE7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14A5D-7FD0-802B-3463-63F0C758A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196" y="653907"/>
            <a:ext cx="6953607" cy="55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82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314B2-B393-0D00-827C-4B68DDB78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021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2AD9-7A00-0E2F-4353-E8CAF654B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858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947A9-6EC7-A927-D035-579DD7C2B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222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575B-C969-6326-F234-D9207C655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290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211E6-B5B4-CBF9-A4AF-AEEBB369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208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0B890-7959-16DC-8B4E-1F1993B9E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501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10559-4F7B-F081-DA2E-D7E6EE95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98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16F1-2A81-740B-8E60-1076AB5C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898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765D-3435-BDC5-1749-1FDD2F4B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33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AEEDC-F962-9192-CB61-7539C61D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17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5F1D-0ADD-D480-1D65-2064B6A8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541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AF352-1F3E-098E-D66F-CE287943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893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FF628-4AD4-29E6-BDBF-2F2EAB0F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995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38CA6-07D9-DF15-6DCB-43E21E033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158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B1EC-E484-4BF1-4CC2-09A24A0D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184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0AE7-F399-198F-DF15-5A30C9ED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100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D17E-63EB-6A9F-8809-8A543455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429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CB93-03E0-7681-A537-AAFA982C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769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E2837-F1A2-347B-ECD4-347BC4E7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54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1077</Words>
  <Application>Microsoft Office PowerPoint</Application>
  <PresentationFormat>Widescreen</PresentationFormat>
  <Paragraphs>154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Maroof</dc:creator>
  <cp:lastModifiedBy>Ahmad, Maroof</cp:lastModifiedBy>
  <cp:revision>1</cp:revision>
  <dcterms:created xsi:type="dcterms:W3CDTF">2026-05-03T23:33:52Z</dcterms:created>
  <dcterms:modified xsi:type="dcterms:W3CDTF">2026-05-03T23:41:24Z</dcterms:modified>
</cp:coreProperties>
</file>